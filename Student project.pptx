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78261B-2604-4914-9DEC-9199BAF6A835}">
          <p14:sldIdLst>
            <p14:sldId id="256"/>
            <p14:sldId id="257"/>
            <p14:sldId id="258"/>
            <p14:sldId id="259"/>
          </p14:sldIdLst>
        </p14:section>
        <p14:section name="Untitled Section" id="{3DE8F830-01D5-4B33-AA58-BEAAD4E9ED30}">
          <p14:sldIdLst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960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4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8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8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91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5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8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0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8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0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7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66" r:id="rId6"/>
    <p:sldLayoutId id="2147483762" r:id="rId7"/>
    <p:sldLayoutId id="2147483763" r:id="rId8"/>
    <p:sldLayoutId id="2147483764" r:id="rId9"/>
    <p:sldLayoutId id="2147483765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39CC6-91CC-4D28-A044-E24338067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69" b="6861"/>
          <a:stretch/>
        </p:blipFill>
        <p:spPr>
          <a:xfrm>
            <a:off x="19" y="10"/>
            <a:ext cx="12191981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4A890-ACAD-4C19-A96D-C8D20C540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562" y="3248375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 dirty="0"/>
              <a:t>Student project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39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8B19-32FA-4A9B-9F65-ED70FB7E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23CC14-8E3B-4E74-BA5B-6806D529A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6208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FE8D8F-2943-4E27-B227-75A9308DDA1E}"/>
              </a:ext>
            </a:extLst>
          </p:cNvPr>
          <p:cNvSpPr txBox="1"/>
          <p:nvPr/>
        </p:nvSpPr>
        <p:spPr>
          <a:xfrm>
            <a:off x="0" y="0"/>
            <a:ext cx="868017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Project content :</a:t>
            </a:r>
          </a:p>
          <a:p>
            <a:endParaRPr lang="en-US" sz="6000" b="1" dirty="0">
              <a:solidFill>
                <a:srgbClr val="0070C0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600" b="1" i="1" dirty="0">
                <a:solidFill>
                  <a:srgbClr val="0070C0"/>
                </a:solidFill>
                <a:effectLst/>
                <a:latin typeface="inherit"/>
              </a:rPr>
              <a:t>How does the web works</a:t>
            </a:r>
            <a:r>
              <a:rPr lang="en-US" sz="3600" b="1" i="0" dirty="0">
                <a:solidFill>
                  <a:srgbClr val="0070C0"/>
                </a:solidFill>
                <a:effectLst/>
                <a:latin typeface="inherit"/>
              </a:rPr>
              <a:t>?</a:t>
            </a:r>
          </a:p>
          <a:p>
            <a:pPr marL="457200" indent="-457200">
              <a:buFontTx/>
              <a:buChar char="-"/>
            </a:pPr>
            <a:r>
              <a:rPr lang="en-US" sz="3600" b="1" i="1" dirty="0">
                <a:solidFill>
                  <a:srgbClr val="0070C0"/>
                </a:solidFill>
                <a:effectLst/>
                <a:latin typeface="inherit"/>
              </a:rPr>
              <a:t>What </a:t>
            </a:r>
            <a:r>
              <a:rPr lang="en-US" sz="3600" b="1" i="0" dirty="0">
                <a:solidFill>
                  <a:srgbClr val="0070C0"/>
                </a:solidFill>
                <a:effectLst/>
                <a:latin typeface="inherit"/>
              </a:rPr>
              <a:t>do you need</a:t>
            </a:r>
            <a:r>
              <a:rPr lang="en-US" sz="3600" b="1" i="1" dirty="0">
                <a:solidFill>
                  <a:srgbClr val="0070C0"/>
                </a:solidFill>
                <a:effectLst/>
                <a:latin typeface="inherit"/>
              </a:rPr>
              <a:t> to be a web developer?</a:t>
            </a:r>
            <a:endParaRPr lang="en-US" sz="3600" b="1" i="0" dirty="0">
              <a:solidFill>
                <a:srgbClr val="0070C0"/>
              </a:solidFill>
              <a:effectLst/>
              <a:latin typeface="inherit"/>
            </a:endParaRPr>
          </a:p>
          <a:p>
            <a:pPr marL="457200" indent="-457200">
              <a:buFontTx/>
              <a:buChar char="-"/>
            </a:pPr>
            <a:r>
              <a:rPr lang="en-US" sz="3600" b="1" i="1" dirty="0">
                <a:solidFill>
                  <a:srgbClr val="0070C0"/>
                </a:solidFill>
                <a:effectLst/>
                <a:latin typeface="inherit"/>
              </a:rPr>
              <a:t>What’s the role of a web developer.</a:t>
            </a:r>
            <a:endParaRPr lang="en-US" sz="3600" b="1" i="0" dirty="0">
              <a:solidFill>
                <a:srgbClr val="0070C0"/>
              </a:solidFill>
              <a:effectLst/>
              <a:latin typeface="inherit"/>
            </a:endParaRPr>
          </a:p>
          <a:p>
            <a:pPr marL="457200" indent="-457200">
              <a:buFontTx/>
              <a:buChar char="-"/>
            </a:pPr>
            <a:endParaRPr lang="en-US" sz="3200" b="0" i="0" dirty="0">
              <a:solidFill>
                <a:srgbClr val="FF0000"/>
              </a:solidFill>
              <a:effectLst/>
              <a:latin typeface="inherit"/>
            </a:endParaRPr>
          </a:p>
          <a:p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9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FEA4F-1322-4A8D-B7CC-D4D03AC3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259743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rgbClr val="FF0000"/>
                </a:solidFill>
                <a:effectLst/>
                <a:latin typeface="inherit"/>
              </a:rPr>
              <a:t>How does the web works</a:t>
            </a:r>
            <a:r>
              <a:rPr lang="en-US" i="0" dirty="0">
                <a:solidFill>
                  <a:srgbClr val="FF0000"/>
                </a:solidFill>
                <a:effectLst/>
                <a:latin typeface="inherit"/>
              </a:rPr>
              <a:t>?</a:t>
            </a:r>
            <a:br>
              <a:rPr lang="en-US" b="0" i="0" dirty="0">
                <a:solidFill>
                  <a:srgbClr val="0F0F19"/>
                </a:solidFill>
                <a:effectLst/>
                <a:latin typeface="inherit"/>
              </a:rPr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E06C917-342A-48C2-9222-5F1EFBDBE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D26ED2-90C9-4DC1-93C1-4B59402787E2}"/>
              </a:ext>
            </a:extLst>
          </p:cNvPr>
          <p:cNvSpPr txBox="1"/>
          <p:nvPr/>
        </p:nvSpPr>
        <p:spPr>
          <a:xfrm>
            <a:off x="516833" y="324568"/>
            <a:ext cx="7686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400" b="1" i="1" dirty="0">
                <a:solidFill>
                  <a:srgbClr val="0070C0"/>
                </a:solidFill>
                <a:effectLst/>
                <a:latin typeface="inherit"/>
              </a:rPr>
              <a:t>How does the web works</a:t>
            </a:r>
            <a:r>
              <a:rPr lang="en-US" sz="4400" b="1" i="0" dirty="0">
                <a:solidFill>
                  <a:srgbClr val="0070C0"/>
                </a:solidFill>
                <a:effectLst/>
                <a:latin typeface="inherit"/>
              </a:rPr>
              <a:t>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0A0AF0-D56B-4A34-9BC2-39942FC0E3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451" y="1318081"/>
            <a:ext cx="5554227" cy="546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3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6B05-FD8D-4023-B48B-3EC6A013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0CE0B5-B554-46D6-AF83-A345351F6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6208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7F4B3C-116C-476C-8CC8-F69903838D6E}"/>
              </a:ext>
            </a:extLst>
          </p:cNvPr>
          <p:cNvSpPr txBox="1"/>
          <p:nvPr/>
        </p:nvSpPr>
        <p:spPr>
          <a:xfrm>
            <a:off x="371061" y="179308"/>
            <a:ext cx="10336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400" b="1" i="1" dirty="0">
                <a:solidFill>
                  <a:srgbClr val="0070C0"/>
                </a:solidFill>
                <a:effectLst/>
                <a:latin typeface="inherit"/>
              </a:rPr>
              <a:t>What </a:t>
            </a:r>
            <a:r>
              <a:rPr lang="en-US" sz="4400" b="1" i="0" dirty="0">
                <a:solidFill>
                  <a:srgbClr val="0070C0"/>
                </a:solidFill>
                <a:effectLst/>
                <a:latin typeface="inherit"/>
              </a:rPr>
              <a:t>do you need</a:t>
            </a:r>
            <a:r>
              <a:rPr lang="en-US" sz="4400" b="1" i="1" dirty="0">
                <a:solidFill>
                  <a:srgbClr val="0070C0"/>
                </a:solidFill>
                <a:effectLst/>
                <a:latin typeface="inherit"/>
              </a:rPr>
              <a:t> to be a web developer?</a:t>
            </a:r>
            <a:endParaRPr lang="en-US" sz="4400" b="1" i="0" dirty="0">
              <a:solidFill>
                <a:srgbClr val="0070C0"/>
              </a:solidFill>
              <a:effectLst/>
              <a:latin typeface="inheri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318BE8-BEFD-419C-B6FC-32901A59F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64" y="1066967"/>
            <a:ext cx="7315200" cy="567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38E79B-016F-40D8-AA91-37FAEA9D47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043" y="4678017"/>
            <a:ext cx="2910957" cy="217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7658-9BAD-4CA9-ACA4-4F569927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39B7DA-8646-4F04-895E-97ECCBBEC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0" y="0"/>
            <a:ext cx="1220144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B6825-28BE-4D70-AB84-B2FE0B2A51DC}"/>
              </a:ext>
            </a:extLst>
          </p:cNvPr>
          <p:cNvSpPr txBox="1"/>
          <p:nvPr/>
        </p:nvSpPr>
        <p:spPr>
          <a:xfrm>
            <a:off x="119270" y="79248"/>
            <a:ext cx="97933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400" b="0" i="1" dirty="0">
                <a:solidFill>
                  <a:srgbClr val="0070C0"/>
                </a:solidFill>
                <a:effectLst/>
                <a:latin typeface="inherit"/>
              </a:rPr>
              <a:t>What’s the role of a web developer?</a:t>
            </a:r>
            <a:endParaRPr lang="en-US" sz="4400" b="0" i="0" dirty="0">
              <a:solidFill>
                <a:srgbClr val="0070C0"/>
              </a:solidFill>
              <a:effectLst/>
              <a:latin typeface="inheri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4DD054-B71E-46D5-B849-99E44AC32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8" y="848689"/>
            <a:ext cx="6608137" cy="5903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1C5328-6636-415A-B237-39CA4D068D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930" y="5549347"/>
            <a:ext cx="1962979" cy="130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4732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60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inherit</vt:lpstr>
      <vt:lpstr>Neue Haas Grotesk Text Pro</vt:lpstr>
      <vt:lpstr>AccentBoxVTI</vt:lpstr>
      <vt:lpstr>Student project</vt:lpstr>
      <vt:lpstr>PowerPoint Presentation</vt:lpstr>
      <vt:lpstr>How does the web works?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project</dc:title>
  <dc:creator>MED HEDI</dc:creator>
  <cp:lastModifiedBy>MED HEDI</cp:lastModifiedBy>
  <cp:revision>3</cp:revision>
  <dcterms:created xsi:type="dcterms:W3CDTF">2021-03-22T15:31:15Z</dcterms:created>
  <dcterms:modified xsi:type="dcterms:W3CDTF">2021-03-22T16:01:36Z</dcterms:modified>
</cp:coreProperties>
</file>